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666DE-6AF9-4956-9B4A-C22277047311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50483-A6BA-44FD-AC56-5BF893642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004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666DE-6AF9-4956-9B4A-C22277047311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50483-A6BA-44FD-AC56-5BF893642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252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666DE-6AF9-4956-9B4A-C22277047311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50483-A6BA-44FD-AC56-5BF893642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613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666DE-6AF9-4956-9B4A-C22277047311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50483-A6BA-44FD-AC56-5BF893642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12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666DE-6AF9-4956-9B4A-C22277047311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50483-A6BA-44FD-AC56-5BF893642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231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666DE-6AF9-4956-9B4A-C22277047311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50483-A6BA-44FD-AC56-5BF893642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619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666DE-6AF9-4956-9B4A-C22277047311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50483-A6BA-44FD-AC56-5BF893642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705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666DE-6AF9-4956-9B4A-C22277047311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50483-A6BA-44FD-AC56-5BF893642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350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666DE-6AF9-4956-9B4A-C22277047311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50483-A6BA-44FD-AC56-5BF893642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006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666DE-6AF9-4956-9B4A-C22277047311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50483-A6BA-44FD-AC56-5BF893642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350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666DE-6AF9-4956-9B4A-C22277047311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50483-A6BA-44FD-AC56-5BF893642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235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8666DE-6AF9-4956-9B4A-C22277047311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950483-A6BA-44FD-AC56-5BF893642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00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ryurynghryurrhtr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227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ryurynghryurrhtr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ryurynghryurrhtr</dc:title>
  <dc:creator>boomi</dc:creator>
  <cp:lastModifiedBy>boomi</cp:lastModifiedBy>
  <cp:revision>1</cp:revision>
  <dcterms:created xsi:type="dcterms:W3CDTF">2022-11-17T04:30:17Z</dcterms:created>
  <dcterms:modified xsi:type="dcterms:W3CDTF">2022-11-17T04:30:29Z</dcterms:modified>
</cp:coreProperties>
</file>