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7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6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3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7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3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50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3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5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4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A4A46-E40F-4393-A80A-CD07EBACE67B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ADCC2-5A2E-4098-90EB-C635F02D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4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ytjfkfddfghehjjh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7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ytjfkfddfghehjjh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ytjfkfddfghehjjh</dc:title>
  <dc:creator>boomi</dc:creator>
  <cp:lastModifiedBy>boomi</cp:lastModifiedBy>
  <cp:revision>1</cp:revision>
  <dcterms:created xsi:type="dcterms:W3CDTF">2022-11-17T04:30:36Z</dcterms:created>
  <dcterms:modified xsi:type="dcterms:W3CDTF">2022-11-17T04:30:47Z</dcterms:modified>
</cp:coreProperties>
</file>